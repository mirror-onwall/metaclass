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aeec13c26f423a" /><Relationship Type="http://schemas.openxmlformats.org/officeDocument/2006/relationships/extended-properties" Target="/docProps/app.xml" Id="R187515085dd24fb1" /><Relationship Type="http://schemas.openxmlformats.org/officeDocument/2006/relationships/officeDocument" Target="/ppt/presentation.xml" Id="Rfa2b80d0a4d54e0c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c910bc30d1dd46b1"/>
  </p:sldMasterIdLst>
  <p:notesMasterIdLst>
    <p:notesMasterId xmlns:r="http://schemas.openxmlformats.org/officeDocument/2006/relationships" r:id="R3641ad3e5b824158"/>
  </p:notesMasterIdLst>
  <p:sldIdLst>
    <p:sldId xmlns:r="http://schemas.openxmlformats.org/officeDocument/2006/relationships" id="256" r:id="R571ebb4404374421"/>
    <p:sldId xmlns:r="http://schemas.openxmlformats.org/officeDocument/2006/relationships" id="257" r:id="R22f37e55d13d40df"/>
  </p:sldIdLst>
  <p:sldSz cx="12192000" cy="6858000"/>
  <p:notesSz cx="6858000" cy="9144000"/>
  <p:embeddedFontLst>
    <p:embeddedFont>
      <p:font typeface="思源黑体 CN Bold"/>
      <p:bold xmlns:r="http://schemas.openxmlformats.org/officeDocument/2006/relationships" r:id="Rd54ebbea2c304152"/>
    </p:embeddedFont>
    <p:embeddedFont>
      <p:font typeface="思源黑体 CN Medium"/>
      <p:regular xmlns:r="http://schemas.openxmlformats.org/officeDocument/2006/relationships" r:id="Rbd2c4d93f73a4a00"/>
    </p:embeddedFont>
    <p:embeddedFont>
      <p:font typeface="DIN"/>
      <p:bold xmlns:r="http://schemas.openxmlformats.org/officeDocument/2006/relationships" r:id="Rb80bedde89d848fa"/>
    </p:embeddedFont>
    <p:embeddedFont>
      <p:font typeface="DIN Black"/>
      <p:bold xmlns:r="http://schemas.openxmlformats.org/officeDocument/2006/relationships" r:id="Rabc0f0b61f4b4745"/>
    </p:embeddedFont>
    <p:embeddedFont>
      <p:font typeface="Roboto Bold"/>
      <p:bold xmlns:r="http://schemas.openxmlformats.org/officeDocument/2006/relationships" r:id="R44cdf272dfd548f6"/>
    </p:embeddedFont>
    <p:embeddedFont>
      <p:font typeface="等线"/>
      <p:regular xmlns:r="http://schemas.openxmlformats.org/officeDocument/2006/relationships" r:id="Re761c65ec82a4c03"/>
      <p:bold xmlns:r="http://schemas.openxmlformats.org/officeDocument/2006/relationships" r:id="Rd4ce5a6b180b4a06"/>
    </p:embeddedFont>
    <p:embeddedFont>
      <p:font typeface="黑体"/>
      <p:regular xmlns:r="http://schemas.openxmlformats.org/officeDocument/2006/relationships" r:id="R4a8056263aa04d2f"/>
    </p:embeddedFont>
    <p:embeddedFont>
      <p:font typeface="思源宋体 CN Heavy"/>
      <p:bold xmlns:r="http://schemas.openxmlformats.org/officeDocument/2006/relationships" r:id="Ra7f96df6428943a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63a448ee3e44be" /><Relationship Type="http://schemas.openxmlformats.org/officeDocument/2006/relationships/slideMaster" Target="/ppt/slideMasters/slideMaster1.xml" Id="Rc910bc30d1dd46b1" /><Relationship Type="http://schemas.openxmlformats.org/officeDocument/2006/relationships/notesMaster" Target="/ppt/notesMasters/notesMaster1.xml" Id="R3641ad3e5b824158" /><Relationship Type="http://schemas.openxmlformats.org/officeDocument/2006/relationships/presProps" Target="/ppt/presProps.xml" Id="Rf38128aa26a3476d" /><Relationship Type="http://schemas.openxmlformats.org/officeDocument/2006/relationships/viewProps" Target="/ppt/viewProps.xml" Id="R3d75087367df4e0d" /><Relationship Type="http://schemas.openxmlformats.org/officeDocument/2006/relationships/tableStyles" Target="/ppt/tableStyles.xml" Id="R96aafc48a5164933" /><Relationship Type="http://schemas.openxmlformats.org/officeDocument/2006/relationships/font" Target="/ppt/fonts/font.dat" Id="Rd54ebbea2c304152" /><Relationship Type="http://schemas.openxmlformats.org/officeDocument/2006/relationships/font" Target="/ppt/fonts/font2.dat" Id="Rbd2c4d93f73a4a00" /><Relationship Type="http://schemas.openxmlformats.org/officeDocument/2006/relationships/font" Target="/ppt/fonts/font3.dat" Id="Rb80bedde89d848fa" /><Relationship Type="http://schemas.openxmlformats.org/officeDocument/2006/relationships/font" Target="/ppt/fonts/font4.dat" Id="Rabc0f0b61f4b4745" /><Relationship Type="http://schemas.openxmlformats.org/officeDocument/2006/relationships/font" Target="/ppt/fonts/font5.dat" Id="R44cdf272dfd548f6" /><Relationship Type="http://schemas.openxmlformats.org/officeDocument/2006/relationships/font" Target="/ppt/fonts/font6.dat" Id="Re761c65ec82a4c03" /><Relationship Type="http://schemas.openxmlformats.org/officeDocument/2006/relationships/font" Target="/ppt/fonts/font7.dat" Id="Rd4ce5a6b180b4a06" /><Relationship Type="http://schemas.openxmlformats.org/officeDocument/2006/relationships/font" Target="/ppt/fonts/font8.dat" Id="R4a8056263aa04d2f" /><Relationship Type="http://schemas.openxmlformats.org/officeDocument/2006/relationships/font" Target="/ppt/fonts/font9.dat" Id="Ra7f96df6428943af" /><Relationship Type="http://schemas.openxmlformats.org/officeDocument/2006/relationships/slide" Target="/ppt/slides/slide1.xml" Id="R571ebb4404374421" /><Relationship Type="http://schemas.openxmlformats.org/officeDocument/2006/relationships/slide" Target="/ppt/slides/slide2.xml" Id="R22f37e55d13d40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1fe441149044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B4FA1"/>
      </a:accent6>
      <a:hlink>
        <a:srgbClr val="6B9F25"/>
      </a:hlink>
      <a:folHlink>
        <a:srgbClr val="0B4FA1"/>
      </a:folHlink>
    </a:clrScheme>
    <a:fontScheme name="自定义 1">
      <a:majorFont>
        <a:latin typeface="DIN Black"/>
        <a:ea typeface="思源黑体 CN Bold"/>
        <a:cs typeface=""/>
      </a:majorFont>
      <a:minorFont>
        <a:latin typeface="DIN"/>
        <a:ea typeface="思源黑体 CN Medium"/>
        <a:cs typeface=""/>
      </a:minorFont>
    </a:fontScheme>
    <a:fmtScheme name="自定义 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2ff78326344886" /><Relationship Type="http://schemas.openxmlformats.org/officeDocument/2006/relationships/notesMaster" Target="/ppt/notesMasters/notesMaster1.xml" Id="Rcfd97c5cc78e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4560f0878f464b" /><Relationship Type="http://schemas.openxmlformats.org/officeDocument/2006/relationships/notesMaster" Target="/ppt/notesMasters/notesMaster1.xml" Id="Raccc0784f7294b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目前前端已经具备逐页展示课件、读取页面讲稿和组织课堂流程的基础，也可以根据 PPT 页面和讲稿生成基础的无声教学内容。下一步需要在现有链路上接入大语言模型和 TTS，完成逐页配音。</a:t>
            </a:r>
          </a:p>
          <a:p xmlns:a="http://schemas.openxmlformats.org/drawingml/2006/main">
            <a:r>
              <a:t>首先，后端会将每一页 PPT 的文字、页面理解结果和上下文传给大语言模型，生成更加自然、适合口头讲解的逐页讲稿。然后将讲稿按照页码结构化保存，保证每一页 PPT 都能对应自己的讲稿、音频和字幕。</a:t>
            </a:r>
          </a:p>
          <a:p xmlns:a="http://schemas.openxmlformats.org/drawingml/2006/main">
            <a:r>
              <a:t>接着，通过 TTS 将逐页讲稿转换成语音，并根据讲稿内容切分字幕。前端则通过音频播放事件和课堂状态管理，控制当前 PPT 页码、音频、字幕和互动界面同步更新。</a:t>
            </a:r>
          </a:p>
          <a:p xmlns:a="http://schemas.openxmlformats.org/drawingml/2006/main">
            <a:r>
              <a:t>最终希望实现的效果是：播放到哪一页，就展示对应的 PPT，同时播放这一页的讲解语音和字幕，使整个课堂形成连续、同步的教学体验。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目前前端已经具备逐页展示课件、读取页面讲稿和组织课堂流程的基础，也可以根据 PPT 页面和讲稿生成基础的无声教学内容。下一步需要在现有链路上接入大语言模型和 TTS，完成逐页配音。</a:t>
            </a:r>
          </a:p>
          <a:p xmlns:a="http://schemas.openxmlformats.org/drawingml/2006/main">
            <a:r>
              <a:t>首先，后端会将每一页 PPT 的文字、页面理解结果和上下文传给大语言模型，生成更加自然、适合口头讲解的逐页讲稿。然后将讲稿按照页码结构化保存，保证每一页 PPT 都能对应自己的讲稿、音频和字幕。</a:t>
            </a:r>
          </a:p>
          <a:p xmlns:a="http://schemas.openxmlformats.org/drawingml/2006/main">
            <a:r>
              <a:t>接着，通过 TTS 将逐页讲稿转换成语音，并根据讲稿内容切分字幕。前端则通过音频播放事件和课堂状态管理，控制当前 PPT 页码、音频、字幕和互动界面同步更新。</a:t>
            </a:r>
          </a:p>
          <a:p xmlns:a="http://schemas.openxmlformats.org/drawingml/2006/main">
            <a:r>
              <a:t>最终希望实现的效果是：播放到哪一页，就展示对应的 PPT，同时播放这一页的讲解语音和字幕，使整个课堂形成连续、同步的教学体验。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dcf172d90e4e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67b3bc7af42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ab0e2270646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1f56f9d6544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42c3349ac46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05e8cab2f400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b29d496cd432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474dfc80e488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8a7901796451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05a750a11404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8a0b28466400f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7C35FE-3E90-4A37-9EEC-15A66DBFA12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ED98288-7B8F-4AF0-8F1B-A3578F07DC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F2C855-F194-49FB-B2D3-9E06110376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562735-D23D-4FFC-9670-58042F19D2CF}" type="datetimeFigureOut">
              <a:t>2026/7/13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9899ECF-BC16-4BEF-B8EF-42017F7F65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A464280-CC31-4DBD-8B95-57388A07EF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B564BB7-CF27-456D-88D2-9A306731C842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梯形 7">
            <a:extLst xmlns:a="http://schemas.openxmlformats.org/drawingml/2006/main">
              <a:ext uri="{FF2B5EF4-FFF2-40B4-BE49-F238E27FC236}">
                <a16:creationId xmlns:a16="http://schemas.microsoft.com/office/drawing/2014/main" id="{D1525A16-FEEB-4A38-872E-94567F26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V="1">
            <a:off x="473871" y="730492"/>
            <a:ext cx="11244256" cy="79141"/>
          </a:xfrm>
          <a:prstGeom xmlns:a="http://schemas.openxmlformats.org/drawingml/2006/main" prst="trapezoid">
            <a:avLst>
              <a:gd name="adj" fmla="val 61106"/>
            </a:avLst>
          </a:prstGeom>
          <a:solidFill xmlns:a="http://schemas.openxmlformats.org/drawingml/2006/main">
            <a:schemeClr val="accent6">
              <a:alpha val="20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梯形 8">
            <a:extLst xmlns:a="http://schemas.openxmlformats.org/drawingml/2006/main">
              <a:ext uri="{FF2B5EF4-FFF2-40B4-BE49-F238E27FC236}">
                <a16:creationId xmlns:a16="http://schemas.microsoft.com/office/drawing/2014/main" id="{E416E3F4-EF78-4B00-B24A-62685A09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V="1">
            <a:off x="336000" y="767088"/>
            <a:ext cx="11520000" cy="79141"/>
          </a:xfrm>
          <a:prstGeom xmlns:a="http://schemas.openxmlformats.org/drawingml/2006/main" prst="trapezoid">
            <a:avLst>
              <a:gd name="adj" fmla="val 61106"/>
            </a:avLst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0892C2AB-4C4E-49D8-8EF6-88ADB4BD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3470"/>
            <a:ext cx="12191999" cy="64530"/>
          </a:xfrm>
          <a:custGeom xmlns:a="http://schemas.openxmlformats.org/drawingml/2006/main">
            <a:rect l="l" t="t" r="r" b="b"/>
            <a:pathLst>
              <a:path w="12191999" h="64530">
                <a:moveTo>
                  <a:pt x="0" y="0"/>
                </a:moveTo>
                <a:lnTo>
                  <a:pt x="11791424" y="0"/>
                </a:lnTo>
                <a:lnTo>
                  <a:pt x="11859626" y="37380"/>
                </a:lnTo>
                <a:lnTo>
                  <a:pt x="11927828" y="0"/>
                </a:lnTo>
                <a:lnTo>
                  <a:pt x="12191999" y="0"/>
                </a:lnTo>
                <a:lnTo>
                  <a:pt x="12191999" y="64530"/>
                </a:lnTo>
                <a:lnTo>
                  <a:pt x="0" y="6453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525">
            <a:noFill/>
          </a:ln>
          <a:effectLst xmlns:a="http://schemas.openxmlformats.org/drawingml/2006/main">
            <a:outerShdw blurRad="97790" sx="103000" sy="103000" algn="ctr" rotWithShape="0">
              <a:prstClr val="black">
                <a:alpha val="14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0584" tIns="50292" rIns="100584" bIns="5029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7B012E-A39A-49E5-AAD7-93DADE43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158" y="6603201"/>
            <a:ext cx="500936" cy="2292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>
              <a:buNone/>
              <a:defRPr sz="900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52FFA98C-561A-46DD-A153-CDFC9D2853E1}" type="slidenum">
              <a:rPr sz="1100" b="1">
                <a:solidFill>
                  <a:schemeClr val="accent6"/>
                </a:solidFill>
              </a:rPr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BC04D3-23DA-40A8-9229-C09656CE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989" y="0"/>
            <a:ext cx="256524" cy="59537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 w="381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F7FB159-2109-470C-AEDA-CC1EDDA2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300" y="99106"/>
            <a:ext cx="256524" cy="6679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alpha val="56000"/>
            </a:schemeClr>
          </a:solidFill>
          <a:ln xmlns:a="http://schemas.openxmlformats.org/drawingml/2006/main" w="381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E02ED4B8-FDE2-4182-8625-6340037D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3470"/>
            <a:ext cx="12191999" cy="64530"/>
          </a:xfrm>
          <a:custGeom xmlns:a="http://schemas.openxmlformats.org/drawingml/2006/main">
            <a:rect l="l" t="t" r="r" b="b"/>
            <a:pathLst>
              <a:path w="12191999" h="64530">
                <a:moveTo>
                  <a:pt x="0" y="0"/>
                </a:moveTo>
                <a:lnTo>
                  <a:pt x="11791424" y="0"/>
                </a:lnTo>
                <a:lnTo>
                  <a:pt x="11859626" y="37380"/>
                </a:lnTo>
                <a:lnTo>
                  <a:pt x="11927828" y="0"/>
                </a:lnTo>
                <a:lnTo>
                  <a:pt x="12191999" y="0"/>
                </a:lnTo>
                <a:lnTo>
                  <a:pt x="12191999" y="64530"/>
                </a:lnTo>
                <a:lnTo>
                  <a:pt x="0" y="6453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525">
            <a:noFill/>
          </a:ln>
          <a:effectLst xmlns:a="http://schemas.openxmlformats.org/drawingml/2006/main">
            <a:outerShdw blurRad="97790" sx="103000" sy="103000" algn="ctr" rotWithShape="0">
              <a:prstClr val="black">
                <a:alpha val="14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0584" tIns="50292" rIns="100584" bIns="5029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953135-5A69-409A-9C00-E352D937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158" y="6603201"/>
            <a:ext cx="500936" cy="2292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>
              <a:buNone/>
              <a:defRPr sz="900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52FFA98C-561A-46DD-A153-CDFC9D2853E1}" type="slidenum">
              <a:rPr sz="1100" b="1">
                <a:solidFill>
                  <a:schemeClr val="accent6"/>
                </a:solidFill>
              </a:rPr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C21CDBE-88C9-4309-B4B4-994499779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405ABA-5E49-4B17-B5A4-4D8F445B7AC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15FBE6B-F4C0-4CF4-88C4-64FC7478A1B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EA9D858-A9D8-4128-BB74-CA397A2217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562735-D23D-4FFC-9670-58042F19D2CF}" type="datetimeFigureOut">
              <a:t>2026/7/13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340DC54-13FB-44DF-9A0C-E2E9313752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3FDA05C-9BFB-4ADD-A00A-C5CFF3601D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B564BB7-CF27-456D-88D2-9A306731C842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4B9D80-974C-4B02-B026-D1D81AFC64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2C55D70-AB83-4BD1-909A-B41D6A0C99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BEDB6AF-8DC4-4F0D-8A23-5AFA13421CB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20D8137-AC31-439D-988E-330360A5A74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7E0A158-5AD2-4A8B-BB8B-76EC29EC638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041A835-025D-43E0-8322-EE5E81D4E4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562735-D23D-4FFC-9670-58042F19D2CF}" type="datetimeFigureOut">
              <a:t>2026/7/13</a:t>
            </a:fld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C165D48-894C-4F39-A752-499708A4F7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E1D1F08-880C-4692-B6EE-16C813C4D4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B564BB7-CF27-456D-88D2-9A306731C842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3B3AB7-BC69-49B0-86B0-15C3CE52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BEC7A20-5535-45D4-A3E4-9EEE60550D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562735-D23D-4FFC-9670-58042F19D2CF}" type="datetimeFigureOut">
              <a:t>2026/7/13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2B2EC50-84DD-43DC-B21B-E299A15867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C062F24-2D9F-4FAE-BC81-AAE7430B3F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B564BB7-CF27-456D-88D2-9A306731C842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09CC7C40-A905-4A20-BE5A-0E5DC7818B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562735-D23D-4FFC-9670-58042F19D2CF}" type="datetimeFigureOut">
              <a:t>2026/7/13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80F7248-E29A-43EA-A486-25B6A49691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4951178-0123-444C-A156-710407092A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B564BB7-CF27-456D-88D2-9A306731C842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5E4196-A632-4E37-B4AF-12EFD2AB2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41B8DAB-6A6F-4178-A68E-A92C26323A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C6C5888-C05B-4DD3-BBF4-F25F947B1F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41E48C4-10CC-4F39-AF83-B815F1C438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562735-D23D-4FFC-9670-58042F19D2CF}" type="datetimeFigureOut">
              <a:t>2026/7/13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BC53DDF-8A60-4EF6-B22F-8B47D71535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2ACC7B4-F005-4965-B36C-7ECAFAA967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B564BB7-CF27-456D-88D2-9A306731C842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16D810-804B-49AD-A685-100A778CF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F57A42CF-60E0-4892-B27F-F2A7F6C220A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C651B2C-F72E-40C2-B3E6-3190C2F207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0E68E28-2CBF-499E-A959-26738AFA67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562735-D23D-4FFC-9670-58042F19D2CF}" type="datetimeFigureOut">
              <a:t>2026/7/13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4B2E2DD-3E14-49EA-B37C-19B72D1594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B92C6D7-DAA2-45A2-BDAA-408842FC51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B564BB7-CF27-456D-88D2-9A306731C842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8E1169F-A3D5-45B9-849F-B2244F996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3603D22-A184-4852-902A-F5A802F824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C7264FB-4E31-4F1F-88AF-298B231AF3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562735-D23D-4FFC-9670-58042F19D2CF}" type="datetimeFigureOut">
              <a:t>2026/7/13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9F631E7-09E2-43E5-A362-C4DF198A6A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B2FD48-E1E5-4B49-B98E-D2B86DE46B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B564BB7-CF27-456D-88D2-9A306731C842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0227C07-EE13-4BFF-BD80-EFBC64139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0FB2F8D-3E4C-4494-BD0E-BD30A43C54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90B6C6D-DEC2-4AE6-932A-8236627DE3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562735-D23D-4FFC-9670-58042F19D2CF}" type="datetimeFigureOut">
              <a:t>2026/7/13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66075B-B959-42C6-9792-1AF7C2EF02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B64550-FF8C-416D-8A2E-A9946F3C0C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B564BB7-CF27-456D-88D2-9A306731C842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19868bbc0b49e1" /><Relationship Type="http://schemas.openxmlformats.org/officeDocument/2006/relationships/slideLayout" Target="/ppt/slideLayouts/slideLayout1.xml" Id="R528cc5cb96914720" /><Relationship Type="http://schemas.openxmlformats.org/officeDocument/2006/relationships/slideLayout" Target="/ppt/slideLayouts/slideLayout2.xml" Id="R3d7c70c266b74ed2" /><Relationship Type="http://schemas.openxmlformats.org/officeDocument/2006/relationships/slideLayout" Target="/ppt/slideLayouts/slideLayout3.xml" Id="Rac8560590e474941" /><Relationship Type="http://schemas.openxmlformats.org/officeDocument/2006/relationships/slideLayout" Target="/ppt/slideLayouts/slideLayout4.xml" Id="R8ed819256a174382" /><Relationship Type="http://schemas.openxmlformats.org/officeDocument/2006/relationships/slideLayout" Target="/ppt/slideLayouts/slideLayout5.xml" Id="R9324d852c5be45d8" /><Relationship Type="http://schemas.openxmlformats.org/officeDocument/2006/relationships/slideLayout" Target="/ppt/slideLayouts/slideLayout6.xml" Id="R3d65d70971b64e10" /><Relationship Type="http://schemas.openxmlformats.org/officeDocument/2006/relationships/slideLayout" Target="/ppt/slideLayouts/slideLayout7.xml" Id="R6cf8613687e04097" /><Relationship Type="http://schemas.openxmlformats.org/officeDocument/2006/relationships/slideLayout" Target="/ppt/slideLayouts/slideLayout8.xml" Id="R9863047f5cf046db" /><Relationship Type="http://schemas.openxmlformats.org/officeDocument/2006/relationships/slideLayout" Target="/ppt/slideLayouts/slideLayout9.xml" Id="R398649bebcd84724" /><Relationship Type="http://schemas.openxmlformats.org/officeDocument/2006/relationships/slideLayout" Target="/ppt/slideLayouts/slideLayout10.xml" Id="R061714ccc18046c7" /><Relationship Type="http://schemas.openxmlformats.org/officeDocument/2006/relationships/slideLayout" Target="/ppt/slideLayouts/slideLayout11.xml" Id="Rb41130a7152449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DC5CE9-AF0C-48DB-BAED-52AE78349F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1EB3B43-78A2-4266-B134-D9A83289ED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84E6CBB-B1B1-4739-957E-4898343783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0C562735-D23D-4FFC-9670-58042F19D2CF}" type="datetimeFigureOut">
              <a:t>2026/7/13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D6FA191-B128-4DFD-8B28-7CDF91D59E0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01FF7B8-4A72-440C-94BF-23B156D513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B564BB7-CF27-456D-88D2-9A306731C842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8cc5cb96914720"/>
    <p:sldLayoutId xmlns:r="http://schemas.openxmlformats.org/officeDocument/2006/relationships" id="2147483650" r:id="R3d7c70c266b74ed2"/>
    <p:sldLayoutId xmlns:r="http://schemas.openxmlformats.org/officeDocument/2006/relationships" id="2147483651" r:id="Rac8560590e474941"/>
    <p:sldLayoutId xmlns:r="http://schemas.openxmlformats.org/officeDocument/2006/relationships" id="2147483652" r:id="R8ed819256a174382"/>
    <p:sldLayoutId xmlns:r="http://schemas.openxmlformats.org/officeDocument/2006/relationships" id="2147483653" r:id="R9324d852c5be45d8"/>
    <p:sldLayoutId xmlns:r="http://schemas.openxmlformats.org/officeDocument/2006/relationships" id="2147483654" r:id="R3d65d70971b64e10"/>
    <p:sldLayoutId xmlns:r="http://schemas.openxmlformats.org/officeDocument/2006/relationships" id="2147483655" r:id="R6cf8613687e04097"/>
    <p:sldLayoutId xmlns:r="http://schemas.openxmlformats.org/officeDocument/2006/relationships" id="2147483656" r:id="R9863047f5cf046db"/>
    <p:sldLayoutId xmlns:r="http://schemas.openxmlformats.org/officeDocument/2006/relationships" id="2147483657" r:id="R398649bebcd84724"/>
    <p:sldLayoutId xmlns:r="http://schemas.openxmlformats.org/officeDocument/2006/relationships" id="2147483658" r:id="R061714ccc18046c7"/>
    <p:sldLayoutId xmlns:r="http://schemas.openxmlformats.org/officeDocument/2006/relationships" id="2147483659" r:id="Rb41130a7152449ab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B4FA1"/>
      </a:accent6>
      <a:hlink>
        <a:srgbClr val="6B9F25"/>
      </a:hlink>
      <a:folHlink>
        <a:srgbClr val="0B4FA1"/>
      </a:folHlink>
    </a:clrScheme>
    <a:fontScheme name="自定义 1">
      <a:majorFont>
        <a:latin typeface="DIN Black"/>
        <a:ea typeface="思源黑体 CN Bold"/>
        <a:cs typeface=""/>
      </a:majorFont>
      <a:minorFont>
        <a:latin typeface="DIN"/>
        <a:ea typeface="思源黑体 CN Medium"/>
        <a:cs typeface=""/>
      </a:minorFont>
    </a:fontScheme>
    <a:fmtScheme name="自定义 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43801e2c944338" /><Relationship Type="http://schemas.openxmlformats.org/officeDocument/2006/relationships/image" Target="/ppt/media/image.png" Id="R2daad8bfcf304be6" /><Relationship Type="http://schemas.openxmlformats.org/officeDocument/2006/relationships/image" Target="/ppt/media/image2.png" Id="R7a6404ca7c024c7d" /><Relationship Type="http://schemas.openxmlformats.org/officeDocument/2006/relationships/notesSlide" Target="/ppt/notesSlides/notesSlide1.xml" Id="Rcca595cd0b584b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e945a74f264b50" /><Relationship Type="http://schemas.openxmlformats.org/officeDocument/2006/relationships/image" Target="/ppt/media/image3.png" Id="R4ee9994f2f4042db" /><Relationship Type="http://schemas.openxmlformats.org/officeDocument/2006/relationships/image" Target="/ppt/media/image4.png" Id="R6ed97683800f4caf" /><Relationship Type="http://schemas.openxmlformats.org/officeDocument/2006/relationships/notesSlide" Target="/ppt/notesSlides/notesSlide2.xml" Id="Rac9f6fa4aa8240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任意多边形: 形状 93">
            <a:extLst xmlns:a="http://schemas.openxmlformats.org/drawingml/2006/main">
              <a:ext uri="{FF2B5EF4-FFF2-40B4-BE49-F238E27FC236}">
                <a16:creationId xmlns:a16="http://schemas.microsoft.com/office/drawing/2014/main" id="{5DFBE471-284B-4BE4-A907-1927AE7C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90187" y="-4501159"/>
            <a:ext cx="1011626" cy="12192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6">
                  <a:lumMod val="90000"/>
                  <a:lumOff val="10000"/>
                </a:schemeClr>
              </a:gs>
              <a:gs pos="100000">
                <a:schemeClr val="accent6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52400" dist="190500" dir="13500000" algn="ctr" rotWithShape="0">
              <a:schemeClr val="bg1">
                <a:alpha val="29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ED3555A-2A9F-45CE-99E4-ECA7058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02" y="91144"/>
            <a:ext cx="1216485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4FA1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600" b="1">
                <a:solidFill>
                  <a:srgbClr val="0B4FA1"/>
                </a:solidFill>
                <a:latin typeface="思源黑体 CN Bold"/>
                <a:ea typeface="思源黑体 CN Bold"/>
                <a:cs typeface="思源黑体 CN Bold"/>
              </a:rPr>
              <a:t>四、课堂智能体语音接入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F69DFA-F444-4083-BD12-A078036F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54" y="2472179"/>
            <a:ext cx="7482913" cy="1107340"/>
          </a:xfrm>
          <a:prstGeom xmlns:a="http://schemas.openxmlformats.org/drawingml/2006/main" prst="rect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 w="3175" cmpd="sng">
            <a:gradFill rotWithShape="1">
              <a:gsLst>
                <a:gs pos="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  <a:effectLst xmlns:a="http://schemas.openxmlformats.org/drawingml/2006/main">
            <a:outerShdw blurRad="50800" dist="38100" dir="5400000" algn="t" rotWithShape="0">
              <a:srgbClr val="004088">
                <a:alpha val="1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箭头: 五边形 2">
            <a:extLst xmlns:a="http://schemas.openxmlformats.org/drawingml/2006/main">
              <a:ext uri="{FF2B5EF4-FFF2-40B4-BE49-F238E27FC236}">
                <a16:creationId xmlns:a16="http://schemas.microsoft.com/office/drawing/2014/main" id="{4E57009B-743E-4781-BCF3-E01AD07A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54" y="2474087"/>
            <a:ext cx="1690913" cy="1105432"/>
          </a:xfrm>
          <a:prstGeom xmlns:a="http://schemas.openxmlformats.org/drawingml/2006/main" prst="homePlate">
            <a:avLst>
              <a:gd name="adj" fmla="val 28405"/>
            </a:avLst>
          </a:prstGeom>
          <a:gradFill xmlns:a="http://schemas.openxmlformats.org/drawingml/2006/main" rotWithShape="1">
            <a:gsLst>
              <a:gs pos="0">
                <a:schemeClr val="accent6"/>
              </a:gs>
              <a:gs pos="100000">
                <a:schemeClr val="accent6">
                  <a:lumMod val="90000"/>
                  <a:lumOff val="10000"/>
                </a:schemeClr>
              </a:gs>
            </a:gsLst>
            <a:lin ang="8100000" scaled="1"/>
            <a:tileRect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05E5D60-A5B8-4E03-9917-0F83D817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54" y="2529207"/>
            <a:ext cx="1384451" cy="1036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spcBef>
                <a:spcPts val="12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完成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spcBef>
                <a:spcPts val="12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成果</a:t>
            </a:r>
          </a:p>
        </p:txBody>
      </p:sp>
      <p:sp>
        <p:nvSpPr>
          <p:cNvPr id="49" name="箭头: 右 48">
            <a:extLst xmlns:a="http://schemas.openxmlformats.org/drawingml/2006/main">
              <a:ext uri="{FF2B5EF4-FFF2-40B4-BE49-F238E27FC236}">
                <a16:creationId xmlns:a16="http://schemas.microsoft.com/office/drawing/2014/main" id="{88CCED5B-039C-4FC9-958D-8F2F2121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88242" y="4334528"/>
            <a:ext cx="3900090" cy="175398"/>
          </a:xfrm>
          <a:prstGeom xmlns:a="http://schemas.openxmlformats.org/drawingml/2006/main" prst="rightArrow">
            <a:avLst>
              <a:gd name="adj1" fmla="val 50000"/>
              <a:gd name="adj2" fmla="val 42149"/>
            </a:avLst>
          </a:prstGeom>
          <a:gradFill xmlns:a="http://schemas.openxmlformats.org/drawingml/2006/main" rotWithShape="1">
            <a:gsLst>
              <a:gs pos="0">
                <a:schemeClr val="accent6">
                  <a:alpha val="0"/>
                </a:schemeClr>
              </a:gs>
              <a:gs pos="100000">
                <a:schemeClr val="accent6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CD059746-5DFA-45B9-8F8C-11AA8947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416" y="3981315"/>
            <a:ext cx="3238672" cy="4001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6">
                  <a:lumMod val="90000"/>
                  <a:lumOff val="10000"/>
                </a:schemeClr>
              </a:gs>
              <a:gs pos="100000">
                <a:schemeClr val="accent6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FAC02B5F-CBF3-40C9-8905-3242317E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416" y="3996704"/>
            <a:ext cx="323623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tIns="45720" rIns="4572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已实现：学生角色发言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46B381F7-BFBF-4103-81D7-FBE988E2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416" y="5955565"/>
            <a:ext cx="3246164" cy="4001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6">
                  <a:lumMod val="90000"/>
                  <a:lumOff val="10000"/>
                </a:schemeClr>
              </a:gs>
              <a:gs pos="100000">
                <a:schemeClr val="accent6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9" name="文本框 68">
            <a:extLst xmlns:a="http://schemas.openxmlformats.org/drawingml/2006/main">
              <a:ext uri="{FF2B5EF4-FFF2-40B4-BE49-F238E27FC236}">
                <a16:creationId xmlns:a16="http://schemas.microsoft.com/office/drawing/2014/main" id="{0D2F1146-65B5-455C-A3C2-71B50AF2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416" y="5970954"/>
            <a:ext cx="324616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tIns="45720" rIns="4572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已实现：语音字幕同步</a:t>
            </a:r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83E2D8B9-1EE0-4B4C-BEBF-65B9F364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84" y="1120769"/>
            <a:ext cx="11285704" cy="977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完成 TTS 语音接入：教师与 8 类学生智能体按角色发声，字幕与课堂同步。</a:t>
            </a:r>
          </a:p>
        </p:txBody>
      </p:sp>
      <p:sp>
        <p:nvSpPr>
          <p:cNvPr id="72" name="梯形 71">
            <a:extLst xmlns:a="http://schemas.openxmlformats.org/drawingml/2006/main">
              <a:ext uri="{FF2B5EF4-FFF2-40B4-BE49-F238E27FC236}">
                <a16:creationId xmlns:a16="http://schemas.microsoft.com/office/drawing/2014/main" id="{BA4C5E33-29E1-45A1-9EE7-383C2120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2085856"/>
            <a:ext cx="12192000" cy="320928"/>
          </a:xfrm>
          <a:prstGeom xmlns:a="http://schemas.openxmlformats.org/drawingml/2006/main" prst="trapezoid">
            <a:avLst>
              <a:gd name="adj" fmla="val 271875"/>
            </a:avLst>
          </a:prstGeom>
          <a:gradFill xmlns:a="http://schemas.openxmlformats.org/drawingml/2006/main">
            <a:gsLst>
              <a:gs pos="22000">
                <a:schemeClr val="accent6">
                  <a:alpha val="0"/>
                </a:schemeClr>
              </a:gs>
              <a:gs pos="81000">
                <a:schemeClr val="accent6">
                  <a:alpha val="1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C448AA8E-256D-4E78-9458-E3FBAFD4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54" y="3868555"/>
            <a:ext cx="7482913" cy="2471944"/>
          </a:xfrm>
          <a:prstGeom xmlns:a="http://schemas.openxmlformats.org/drawingml/2006/main" prst="rect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 w="3175" cmpd="sng">
            <a:gradFill rotWithShape="1">
              <a:gsLst>
                <a:gs pos="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  <a:effectLst xmlns:a="http://schemas.openxmlformats.org/drawingml/2006/main">
            <a:outerShdw blurRad="50800" dist="38100" dir="5400000" algn="t" rotWithShape="0">
              <a:srgbClr val="004088">
                <a:alpha val="1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箭头: 五边形 75">
            <a:extLst xmlns:a="http://schemas.openxmlformats.org/drawingml/2006/main">
              <a:ext uri="{FF2B5EF4-FFF2-40B4-BE49-F238E27FC236}">
                <a16:creationId xmlns:a16="http://schemas.microsoft.com/office/drawing/2014/main" id="{05D27C69-1977-41D5-AC21-8E1AA6B8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54" y="3870463"/>
            <a:ext cx="1690913" cy="2470036"/>
          </a:xfrm>
          <a:prstGeom xmlns:a="http://schemas.openxmlformats.org/drawingml/2006/main" prst="homePlate">
            <a:avLst>
              <a:gd name="adj" fmla="val 28405"/>
            </a:avLst>
          </a:prstGeom>
          <a:gradFill xmlns:a="http://schemas.openxmlformats.org/drawingml/2006/main" rotWithShape="1">
            <a:gsLst>
              <a:gs pos="0">
                <a:schemeClr val="accent6"/>
              </a:gs>
              <a:gs pos="100000">
                <a:schemeClr val="accent6">
                  <a:lumMod val="90000"/>
                  <a:lumOff val="10000"/>
                </a:schemeClr>
              </a:gs>
            </a:gsLst>
            <a:lin ang="8100000" scaled="1"/>
            <a:tileRect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B1C1B8E0-D485-4735-B877-A1E65B56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66" y="3996693"/>
            <a:ext cx="458877" cy="2414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spcBef>
                <a:spcPts val="12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语音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spcBef>
                <a:spcPts val="12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联动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52C06EFD-9C96-4980-B139-0DB04409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677" y="2669509"/>
            <a:ext cx="5282391" cy="755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defRPr sz="1800" b="1">
                <a:solidFill>
                  <a:srgbClr val="C00000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C00000"/>
                </a:solidFill>
                <a:latin typeface="思源黑体 CN Bold"/>
                <a:ea typeface="思源黑体 CN Bold"/>
                <a:cs typeface="思源黑体 CN Bold"/>
              </a:rPr>
              <a:t>课堂由“只显示文字”升级为
“教师和学生智能体均可发声”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C4DE2B4-4D67-495D-B9BE-F582850D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753" y="3803879"/>
            <a:ext cx="5758891" cy="2584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2" indent="-22" algn="l">
              <a:spcBef>
                <a:spcPts val="0"/>
              </a:spcBef>
              <a:spcAft>
                <a:spcPts val="7"/>
              </a:spcAft>
              <a:defRPr sz="1800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800" b="1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rPr>
              <a:t>➤ 角色化 TTS：</a:t>
            </a:r>
            <a:r>
              <a:rPr sz="1800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rPr>
              <a:t>教师使用统一音色，8 类学生按角色映射不同音色。</a:t>
            </a:r>
          </a:p>
          <a:p xmlns:a="http://schemas.openxmlformats.org/drawingml/2006/main">
            <a:pPr marL="22" indent="-22" algn="l">
              <a:spcBef>
                <a:spcPts val="0"/>
              </a:spcBef>
              <a:spcAft>
                <a:spcPts val="7"/>
              </a:spcAft>
              <a:defRPr sz="1800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800" b="1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rPr>
              <a:t>➤ 字幕同步：</a:t>
            </a:r>
            <a:r>
              <a:rPr sz="1800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rPr>
              <a:t>智能体先生成发言，再合成语音并同步显示角色字幕。</a:t>
            </a:r>
          </a:p>
          <a:p xmlns:a="http://schemas.openxmlformats.org/drawingml/2006/main">
            <a:pPr marL="22" indent="-22" algn="l">
              <a:spcBef>
                <a:spcPts val="0"/>
              </a:spcBef>
              <a:spcAft>
                <a:spcPts val="7"/>
              </a:spcAft>
              <a:defRPr sz="1800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800" b="1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rPr>
              <a:t>➤ 自动推进：</a:t>
            </a:r>
            <a:r>
              <a:rPr sz="1800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rPr>
              <a:t>语音结束后自动推进，页面、问答和智能体发言同步。</a:t>
            </a:r>
          </a:p>
        </p:txBody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ad8bfcf304be6"/>
          <a:srcRect xmlns:a="http://schemas.openxmlformats.org/drawingml/2006/main" l="0" t="0" r="0" b="19671"/>
          <a:stretch xmlns:a="http://schemas.openxmlformats.org/drawingml/2006/main"/>
        </p:blipFill>
        <p:spPr>
          <a:xfrm xmlns:a="http://schemas.openxmlformats.org/drawingml/2006/main" flipH="0" flipV="0">
            <a:off x="8684473" y="2100687"/>
            <a:ext cx="2895600" cy="2248857"/>
          </a:xfrm>
          <a:prstGeom xmlns:a="http://schemas.openxmlformats.org/drawingml/2006/main" prst="rect">
            <a:avLst/>
          </a:prstGeom>
        </p:spPr>
      </p:pic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404ca7c024c7d"/>
          <a:srcRect xmlns:a="http://schemas.openxmlformats.org/drawingml/2006/main" l="0" t="17045" r="0" b="17045"/>
          <a:stretch xmlns:a="http://schemas.openxmlformats.org/drawingml/2006/main"/>
        </p:blipFill>
        <p:spPr>
          <a:xfrm xmlns:a="http://schemas.openxmlformats.org/drawingml/2006/main" flipH="0" flipV="0">
            <a:off x="8517908" y="4584700"/>
            <a:ext cx="3228742" cy="1635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407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任意多边形: 形状 93">
            <a:extLst xmlns:a="http://schemas.openxmlformats.org/drawingml/2006/main">
              <a:ext uri="{FF2B5EF4-FFF2-40B4-BE49-F238E27FC236}">
                <a16:creationId xmlns:a16="http://schemas.microsoft.com/office/drawing/2014/main" id="{5DFBE471-284B-4BE4-A907-1927AE7C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90187" y="-4501159"/>
            <a:ext cx="1011626" cy="12192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6">
                  <a:lumMod val="90000"/>
                  <a:lumOff val="10000"/>
                </a:schemeClr>
              </a:gs>
              <a:gs pos="100000">
                <a:schemeClr val="accent6"/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52400" dist="190500" dir="13500000" algn="ctr" rotWithShape="0">
              <a:schemeClr val="bg1">
                <a:alpha val="29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ED3555A-2A9F-45CE-99E4-ECA7058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02" y="91144"/>
            <a:ext cx="1216485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4FA1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600" b="1">
                <a:solidFill>
                  <a:srgbClr val="0B4FA1"/>
                </a:solidFill>
                <a:latin typeface="思源黑体 CN Bold"/>
                <a:ea typeface="思源黑体 CN Bold"/>
                <a:cs typeface="思源黑体 CN Bold"/>
              </a:rPr>
              <a:t>四、逐页讲解视频生成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F69DFA-F444-4083-BD12-A078036F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54" y="2472179"/>
            <a:ext cx="7482913" cy="1107340"/>
          </a:xfrm>
          <a:prstGeom xmlns:a="http://schemas.openxmlformats.org/drawingml/2006/main" prst="rect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 w="3175" cmpd="sng">
            <a:gradFill rotWithShape="1">
              <a:gsLst>
                <a:gs pos="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  <a:effectLst xmlns:a="http://schemas.openxmlformats.org/drawingml/2006/main">
            <a:outerShdw blurRad="50800" dist="38100" dir="5400000" algn="t" rotWithShape="0">
              <a:srgbClr val="004088">
                <a:alpha val="1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箭头: 五边形 2">
            <a:extLst xmlns:a="http://schemas.openxmlformats.org/drawingml/2006/main">
              <a:ext uri="{FF2B5EF4-FFF2-40B4-BE49-F238E27FC236}">
                <a16:creationId xmlns:a16="http://schemas.microsoft.com/office/drawing/2014/main" id="{4E57009B-743E-4781-BCF3-E01AD07A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54" y="2474087"/>
            <a:ext cx="1690913" cy="1105432"/>
          </a:xfrm>
          <a:prstGeom xmlns:a="http://schemas.openxmlformats.org/drawingml/2006/main" prst="homePlate">
            <a:avLst>
              <a:gd name="adj" fmla="val 28405"/>
            </a:avLst>
          </a:prstGeom>
          <a:gradFill xmlns:a="http://schemas.openxmlformats.org/drawingml/2006/main" rotWithShape="1">
            <a:gsLst>
              <a:gs pos="0">
                <a:schemeClr val="accent6"/>
              </a:gs>
              <a:gs pos="100000">
                <a:schemeClr val="accent6">
                  <a:lumMod val="90000"/>
                  <a:lumOff val="10000"/>
                </a:schemeClr>
              </a:gs>
            </a:gsLst>
            <a:lin ang="8100000" scaled="1"/>
            <a:tileRect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05E5D60-A5B8-4E03-9917-0F83D817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54" y="2529207"/>
            <a:ext cx="1384451" cy="1036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spcBef>
                <a:spcPts val="12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完成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spcBef>
                <a:spcPts val="12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成果</a:t>
            </a:r>
          </a:p>
        </p:txBody>
      </p:sp>
      <p:sp>
        <p:nvSpPr>
          <p:cNvPr id="49" name="箭头: 右 48">
            <a:extLst xmlns:a="http://schemas.openxmlformats.org/drawingml/2006/main">
              <a:ext uri="{FF2B5EF4-FFF2-40B4-BE49-F238E27FC236}">
                <a16:creationId xmlns:a16="http://schemas.microsoft.com/office/drawing/2014/main" id="{88CCED5B-039C-4FC9-958D-8F2F2121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88242" y="4334528"/>
            <a:ext cx="3900090" cy="175398"/>
          </a:xfrm>
          <a:prstGeom xmlns:a="http://schemas.openxmlformats.org/drawingml/2006/main" prst="rightArrow">
            <a:avLst>
              <a:gd name="adj1" fmla="val 50000"/>
              <a:gd name="adj2" fmla="val 42149"/>
            </a:avLst>
          </a:prstGeom>
          <a:gradFill xmlns:a="http://schemas.openxmlformats.org/drawingml/2006/main" rotWithShape="1">
            <a:gsLst>
              <a:gs pos="0">
                <a:schemeClr val="accent6">
                  <a:alpha val="0"/>
                </a:schemeClr>
              </a:gs>
              <a:gs pos="100000">
                <a:schemeClr val="accent6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CD059746-5DFA-45B9-8F8C-11AA8947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416" y="3981315"/>
            <a:ext cx="3238672" cy="4001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6">
                  <a:lumMod val="90000"/>
                  <a:lumOff val="10000"/>
                </a:schemeClr>
              </a:gs>
              <a:gs pos="100000">
                <a:schemeClr val="accent6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FAC02B5F-CBF3-40C9-8905-3242317E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416" y="3996704"/>
            <a:ext cx="323623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tIns="45720" rIns="4572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已实现：带配音 MP4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46B381F7-BFBF-4103-81D7-FBE988E2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416" y="5955565"/>
            <a:ext cx="3246164" cy="4001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6">
                  <a:lumMod val="90000"/>
                  <a:lumOff val="10000"/>
                </a:schemeClr>
              </a:gs>
              <a:gs pos="100000">
                <a:schemeClr val="accent6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9" name="文本框 68">
            <a:extLst xmlns:a="http://schemas.openxmlformats.org/drawingml/2006/main">
              <a:ext uri="{FF2B5EF4-FFF2-40B4-BE49-F238E27FC236}">
                <a16:creationId xmlns:a16="http://schemas.microsoft.com/office/drawing/2014/main" id="{0D2F1146-65B5-455C-A3C2-71B50AF2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416" y="5970954"/>
            <a:ext cx="324616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tIns="45720" rIns="4572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已实现：PPT 逐页入镜</a:t>
            </a:r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83E2D8B9-1EE0-4B4C-BEBF-65B9F364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84" y="1120769"/>
            <a:ext cx="11285704" cy="977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完成 PPT 逐页讲解视频：页面、教师配音与字幕严格对应，可导出 MP4。</a:t>
            </a:r>
          </a:p>
        </p:txBody>
      </p:sp>
      <p:sp>
        <p:nvSpPr>
          <p:cNvPr id="72" name="梯形 71">
            <a:extLst xmlns:a="http://schemas.openxmlformats.org/drawingml/2006/main">
              <a:ext uri="{FF2B5EF4-FFF2-40B4-BE49-F238E27FC236}">
                <a16:creationId xmlns:a16="http://schemas.microsoft.com/office/drawing/2014/main" id="{BA4C5E33-29E1-45A1-9EE7-383C2120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2085856"/>
            <a:ext cx="12192000" cy="320928"/>
          </a:xfrm>
          <a:prstGeom xmlns:a="http://schemas.openxmlformats.org/drawingml/2006/main" prst="trapezoid">
            <a:avLst>
              <a:gd name="adj" fmla="val 271875"/>
            </a:avLst>
          </a:prstGeom>
          <a:gradFill xmlns:a="http://schemas.openxmlformats.org/drawingml/2006/main">
            <a:gsLst>
              <a:gs pos="22000">
                <a:schemeClr val="accent6">
                  <a:alpha val="0"/>
                </a:schemeClr>
              </a:gs>
              <a:gs pos="81000">
                <a:schemeClr val="accent6">
                  <a:alpha val="1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C448AA8E-256D-4E78-9458-E3FBAFD4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54" y="3868555"/>
            <a:ext cx="7482913" cy="2471944"/>
          </a:xfrm>
          <a:prstGeom xmlns:a="http://schemas.openxmlformats.org/drawingml/2006/main" prst="rect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 w="3175" cmpd="sng">
            <a:gradFill rotWithShape="1">
              <a:gsLst>
                <a:gs pos="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  <a:effectLst xmlns:a="http://schemas.openxmlformats.org/drawingml/2006/main">
            <a:outerShdw blurRad="50800" dist="38100" dir="5400000" algn="t" rotWithShape="0">
              <a:srgbClr val="004088">
                <a:alpha val="15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箭头: 五边形 75">
            <a:extLst xmlns:a="http://schemas.openxmlformats.org/drawingml/2006/main">
              <a:ext uri="{FF2B5EF4-FFF2-40B4-BE49-F238E27FC236}">
                <a16:creationId xmlns:a16="http://schemas.microsoft.com/office/drawing/2014/main" id="{05D27C69-1977-41D5-AC21-8E1AA6B8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54" y="3870463"/>
            <a:ext cx="1690913" cy="2470036"/>
          </a:xfrm>
          <a:prstGeom xmlns:a="http://schemas.openxmlformats.org/drawingml/2006/main" prst="homePlate">
            <a:avLst>
              <a:gd name="adj" fmla="val 28405"/>
            </a:avLst>
          </a:prstGeom>
          <a:gradFill xmlns:a="http://schemas.openxmlformats.org/drawingml/2006/main" rotWithShape="1">
            <a:gsLst>
              <a:gs pos="0">
                <a:schemeClr val="accent6"/>
              </a:gs>
              <a:gs pos="100000">
                <a:schemeClr val="accent6">
                  <a:lumMod val="90000"/>
                  <a:lumOff val="10000"/>
                </a:schemeClr>
              </a:gs>
            </a:gsLst>
            <a:lin ang="8100000" scaled="1"/>
            <a:tileRect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文本框 76">
            <a:extLst xmlns:a="http://schemas.openxmlformats.org/drawingml/2006/main">
              <a:ext uri="{FF2B5EF4-FFF2-40B4-BE49-F238E27FC236}">
                <a16:creationId xmlns:a16="http://schemas.microsoft.com/office/drawing/2014/main" id="{B1C1B8E0-D485-4735-B877-A1E65B56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66" y="3996693"/>
            <a:ext cx="458877" cy="2414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spcBef>
                <a:spcPts val="12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视频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spcBef>
                <a:spcPts val="12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/>
                <a:ea typeface="思源黑体 CN Bold"/>
                <a:cs typeface="思源黑体 CN Bold"/>
              </a:rPr>
              <a:t>合成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52C06EFD-9C96-4980-B139-0DB04409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677" y="2669509"/>
            <a:ext cx="5282391" cy="755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defRPr sz="1800" b="1">
                <a:solidFill>
                  <a:srgbClr val="C00000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C00000"/>
                </a:solidFill>
                <a:latin typeface="思源黑体 CN Bold"/>
                <a:ea typeface="思源黑体 CN Bold"/>
                <a:cs typeface="思源黑体 CN Bold"/>
              </a:rPr>
              <a:t>课后回放由“无声视频”升级为
“PPT 画面、配音和字幕逐页同步”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C4DE2B4-4D67-495D-B9BE-F582850D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753" y="3803879"/>
            <a:ext cx="5758891" cy="2584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2" indent="-22" algn="l">
              <a:spcBef>
                <a:spcPts val="0"/>
              </a:spcBef>
              <a:spcAft>
                <a:spcPts val="7"/>
              </a:spcAft>
              <a:defRPr sz="1800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800" b="1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rPr>
              <a:t>➤ 逐页讲稿配音：</a:t>
            </a:r>
            <a:r>
              <a:rPr sz="1800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rPr>
              <a:t>读取每页讲稿字段，使用教师音色生成对应语音。</a:t>
            </a:r>
          </a:p>
          <a:p xmlns:a="http://schemas.openxmlformats.org/drawingml/2006/main">
            <a:pPr marL="22" indent="-22" algn="l">
              <a:spcBef>
                <a:spcPts val="0"/>
              </a:spcBef>
              <a:spcAft>
                <a:spcPts val="7"/>
              </a:spcAft>
              <a:defRPr sz="1800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800" b="1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rPr>
              <a:t>➤ PPT 画面入镜：</a:t>
            </a:r>
            <a:r>
              <a:rPr sz="1800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rPr>
              <a:t>视频直接使用生成后的 PPT 页图，不再沿用原 PDF 页面。</a:t>
            </a:r>
          </a:p>
          <a:p xmlns:a="http://schemas.openxmlformats.org/drawingml/2006/main">
            <a:pPr marL="22" indent="-22" algn="l">
              <a:spcBef>
                <a:spcPts val="0"/>
              </a:spcBef>
              <a:spcAft>
                <a:spcPts val="7"/>
              </a:spcAft>
              <a:defRPr sz="1800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800" b="1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rPr>
              <a:t>➤ MP4 完整输出：</a:t>
            </a:r>
            <a:r>
              <a:rPr sz="1800">
                <a:solidFill>
                  <a:srgbClr val="000000"/>
                </a:solidFill>
                <a:latin typeface="思源黑体 CN Medium"/>
                <a:ea typeface="思源黑体 CN Medium"/>
                <a:cs typeface="思源黑体 CN Medium"/>
              </a:rPr>
              <a:t>按语音时长切换页面，并同步生成 SRT 字幕。</a:t>
            </a:r>
          </a:p>
        </p:txBody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9994f2f4042db"/>
          <a:srcRect xmlns:a="http://schemas.openxmlformats.org/drawingml/2006/main" l="0" t="0" r="0" b="19671"/>
          <a:stretch xmlns:a="http://schemas.openxmlformats.org/drawingml/2006/main"/>
        </p:blipFill>
        <p:spPr>
          <a:xfrm xmlns:a="http://schemas.openxmlformats.org/drawingml/2006/main" flipH="0" flipV="0">
            <a:off x="8684473" y="2100687"/>
            <a:ext cx="2895600" cy="2248857"/>
          </a:xfrm>
          <a:prstGeom xmlns:a="http://schemas.openxmlformats.org/drawingml/2006/main" prst="rect">
            <a:avLst/>
          </a:prstGeom>
        </p:spPr>
      </p:pic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97683800f4ca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517908" y="4584700"/>
            <a:ext cx="3228742" cy="1635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4074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B4FA1"/>
      </a:accent6>
      <a:hlink>
        <a:srgbClr val="6B9F25"/>
      </a:hlink>
      <a:folHlink>
        <a:srgbClr val="0B4FA1"/>
      </a:folHlink>
    </a:clrScheme>
    <a:fontScheme name="自定义 1">
      <a:majorFont>
        <a:latin typeface="DIN Black"/>
        <a:ea typeface="思源黑体 CN Bold"/>
        <a:cs typeface=""/>
      </a:majorFont>
      <a:minorFont>
        <a:latin typeface="DIN"/>
        <a:ea typeface="思源黑体 CN Medium"/>
        <a:cs typeface=""/>
      </a:minorFont>
    </a:fontScheme>
    <a:fmtScheme name="自定义 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2026-07-15T12:00:42.0250000Z</dcterms:created>
  <dcterms:modified xsi:type="dcterms:W3CDTF">2026-07-15T12:00:42.0250000Z</dcterms:modified>
</coreProperties>
</file>